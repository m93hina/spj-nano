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</p:sldIdLst>
  <p:notesMasterIdLst>
    <p:notesMasterId r:id="rId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5" Type="http://schemas.openxmlformats.org/officeDocument/2006/relationships/presProps" Target="presProps.xml"/><Relationship Id="rId6" Type="http://schemas.openxmlformats.org/officeDocument/2006/relationships/viewProps" Target="viewProps.xml"/><Relationship Id="rId7" Type="http://schemas.openxmlformats.org/officeDocument/2006/relationships/theme" Target="theme/theme1.xml"/><Relationship Id="rId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411480"/>
            <a:ext cx="1100023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300" b="1" dirty="0">
                <a:solidFill>
                  <a:srgbClr val="0A556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Webサーバーについて</a:t>
            </a:r>
            <a:endParaRPr lang="en-US" sz="3300" dirty="0"/>
          </a:p>
        </p:txBody>
      </p:sp>
      <p:sp>
        <p:nvSpPr>
          <p:cNvPr id="3" name="Text 1"/>
          <p:cNvSpPr/>
          <p:nvPr/>
        </p:nvSpPr>
        <p:spPr>
          <a:xfrm>
            <a:off x="594360" y="1417320"/>
            <a:ext cx="1100023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A556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配信方法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594360" y="1874520"/>
            <a:ext cx="1100023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600"/>
              </a:lnSpc>
              <a:buNone/>
            </a:pPr>
            <a:r>
              <a:rPr lang="en-US" sz="1800" dirty="0">
                <a:solidFill>
                  <a:srgbClr val="22333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FastAPI(Python製の軽量Webフレームワーク)で構築したAPIを、ブラウザがそのまま取得してダッシュボードとして表示する。URLにアクセスするだけで、PCでもスマホでも閲覧できる。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594360" y="3063240"/>
            <a:ext cx="1100023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A556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推論の運用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594360" y="3520440"/>
            <a:ext cx="1100023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600"/>
              </a:lnSpc>
              <a:buNone/>
            </a:pPr>
            <a:r>
              <a:rPr lang="en-US" sz="1800" dirty="0">
                <a:solidFill>
                  <a:srgbClr val="22333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学習済みのLightGBMモデルによる推論結果を5分間キャッシュし、リクエストのたびに推論をやり直さない。モデルが無い場合や推論に失敗した場合も、実測データの表示は継続する。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594360" y="4709160"/>
            <a:ext cx="1100023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A556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データの更新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594360" y="5166360"/>
            <a:ext cx="1100023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600"/>
              </a:lnSpc>
              <a:buNone/>
            </a:pPr>
            <a:r>
              <a:rPr lang="en-US" sz="1800" dirty="0">
                <a:solidFill>
                  <a:srgbClr val="22333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収集サーバーが10分間隔でAirocoから最新のCO2データを取得してデータベースに保存し、ダッシュボードは5分ごとに自動で取得し直して画面を更新する。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11365992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B7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1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411480"/>
            <a:ext cx="1100023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300" b="1" dirty="0">
                <a:solidFill>
                  <a:srgbClr val="0A556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モバイル向けダッシュボード</a:t>
            </a:r>
            <a:endParaRPr lang="en-US" sz="3300" dirty="0"/>
          </a:p>
        </p:txBody>
      </p:sp>
      <p:sp>
        <p:nvSpPr>
          <p:cNvPr id="3" name="Text 1"/>
          <p:cNvSpPr/>
          <p:nvPr/>
        </p:nvSpPr>
        <p:spPr>
          <a:xfrm>
            <a:off x="594360" y="1417320"/>
            <a:ext cx="6949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A556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概要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594360" y="1874520"/>
            <a:ext cx="69494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600"/>
              </a:lnSpc>
              <a:buNone/>
            </a:pPr>
            <a:r>
              <a:rPr lang="en-US" sz="1800" dirty="0">
                <a:solidFill>
                  <a:srgbClr val="22333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スマートフォンからそのままアクセスできる、レスポンシブなダッシュボード。5分ごとに自動更新される。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594360" y="3063240"/>
            <a:ext cx="6949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A556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画面の構成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594360" y="3520440"/>
            <a:ext cx="694944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600"/>
              </a:lnSpc>
              <a:buNone/>
            </a:pPr>
            <a:r>
              <a:rPr lang="en-US" sz="1800" dirty="0">
                <a:solidFill>
                  <a:srgbClr val="22333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現在の混雑レベルと実測CO2値をひと目で確認できるほか、実測に予測を重ねた推移グラフ、曜日・時間帯ごとの混雑傾向を示すヒートマップを1画面にまとめている。</a:t>
            </a:r>
            <a:endParaRPr lang="en-US" sz="1800" dirty="0"/>
          </a:p>
        </p:txBody>
      </p:sp>
      <p:pic>
        <p:nvPicPr>
          <p:cNvPr id="7" name="Image 0" descr="C:/eswa.ws/projects/spj-nano/docs/ダッシュボード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511630" y="1280160"/>
            <a:ext cx="3082962" cy="521208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1365992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B7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2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Yu Gothic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Yu Gothic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5" baseType="lpstr">
      <vt:lpstr>Arial</vt:lpstr>
      <vt:lpstr>Calibri</vt:lpstr>
      <vt:lpstr>Office Theme</vt:lpstr>
      <vt:lpstr>Slide 1</vt:lpstr>
      <vt:lpstr>Slide 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2026-07-21T16:39:52Z</dcterms:created>
  <dcterms:modified xsi:type="dcterms:W3CDTF">2026-07-21T16:39:52Z</dcterms:modified>
</cp:coreProperties>
</file>