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機械学習について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417320"/>
            <a:ext cx="11000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LightGBMとは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94360" y="1874520"/>
            <a:ext cx="11000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決定木を多数組み合わせて精度を高める勾配ブースティング木(GBDT)の一種。表形式データの回帰に強く、比較的軽い計算量で高い精度を出しやすい。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3108960"/>
            <a:ext cx="11000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このシステムでの役割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3566160"/>
            <a:ext cx="11000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曜日・時刻による混雑の周期性に加え、当日の実測推移や他フロアの動きも取り込み、15分〜3時間後のCO2濃度を直接予測するモデルとして使用している。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特徴量エンジニアリング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371600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予測に使う特徴量は88個。B1F単体の値だけでなく、建物全体のセンサーや時間・カレンダー情報を組み合わせている。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2331720"/>
            <a:ext cx="11000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センサー由来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2788920"/>
            <a:ext cx="110002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全7センサーの時系列　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各センサーの現在値と5分〜3時間前のラグ値。他フロアの動きから空調・外気などの共通変動を把握する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直近の統計量　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対象センサーの直近15分〜3時間の平均・ばらつき・最小最大・変化量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94360" y="4526280"/>
            <a:ext cx="11000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時間・カレンダー由来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4983480"/>
            <a:ext cx="110002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時間パターン　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曜日×時刻ベースラインとの残差、時刻・曜日の周期性(sin/cos)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学年暦カレンダー　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学年暦PDFから抽出した授業日・行事マーカー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学習・検証の設計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417320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LightGBM(勾配ブースティング木)を用い、ホライズンごとに独立したモデルを学習する。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2194560"/>
            <a:ext cx="1100023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500"/>
              </a:lnSpc>
              <a:spcAft>
                <a:spcPts val="1600"/>
              </a:spcAft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「ホライズン別モデル」　</a:t>
            </a:r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15・30・60・120・180分後を、それぞれ専用モデルとして学習する</a:t>
            </a:r>
            <a:endParaRPr lang="en-US" sz="1800" dirty="0"/>
          </a:p>
          <a:p>
            <a:pPr marL="342900" indent="-342900">
              <a:lnSpc>
                <a:spcPts val="2500"/>
              </a:lnSpc>
              <a:spcAft>
                <a:spcPts val="1600"/>
              </a:spcAft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「時系列ホールドアウト検証」　</a:t>
            </a:r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直近14日分を学習に使わず、精度評価専用に確保する</a:t>
            </a:r>
            <a:endParaRPr lang="en-US" sz="1800" dirty="0"/>
          </a:p>
          <a:p>
            <a:pPr marL="342900" indent="-342900">
              <a:lnSpc>
                <a:spcPts val="2500"/>
              </a:lnSpc>
              <a:spcAft>
                <a:spcPts val="1600"/>
              </a:spcAft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「主要パラメータ」　</a:t>
            </a:r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学習率0.03、木の数1,200、葉数31など標準的な設定を採用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混雑レベルの定義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280160"/>
            <a:ext cx="11000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予測したCO2濃度を4段階の混雑レベルに変換する。閾値は固定値ではなく、平日日中のデータから動的に決定している。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53996" y="1874520"/>
          <a:ext cx="768096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329184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状態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56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CO2範囲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56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BA27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レベル1：空いています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2233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〜480 ppm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D9A52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レベル2：やや利用あり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2233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480〜556 ppm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E07B3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レベル3：混雑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2233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556〜762 ppm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CE4A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レベル4：非常に混雑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2233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762 ppm〜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4360" y="3977640"/>
            <a:ext cx="11000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閾値の決定方法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94360" y="4434840"/>
            <a:ext cx="110002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「対象データ」　</a:t>
            </a:r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平日日中(9〜18時)のCO2分布を使用する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「算出方法」　</a:t>
            </a:r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分布の30/55/90パーセンタイル(Q30/Q55/Q90)を閾値として採用。固定閾値(500/700/1000ppm)では実態と乖離し、レベル4がほぼ出現しなかった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「更新」　</a:t>
            </a:r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データ蓄積や季節変化に応じて定期的に再計算する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予測精度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417320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直近14日のホールドアウト期間で、混雑レベル(4段階)の的中率を評価した。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88236" y="2286000"/>
          <a:ext cx="84124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ホライズン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56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レベル的中率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56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隣接1段以内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56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233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15分後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0A556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95.2%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2233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100.0%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233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30分後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0A556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93.4%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2233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100.0%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233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60分後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0A556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87.9%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2233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100.0%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233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120分後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0A556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79.4%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2233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99.9%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233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180分後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0A556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72.0%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2233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98.8%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4360" y="5623560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3時間先でも98.8%は隣接レベル以内に収まり、実用上十分な判定精度を確保している。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2026-07-21T15:58:36Z</dcterms:created>
  <dcterms:modified xsi:type="dcterms:W3CDTF">2026-07-21T15:58:36Z</dcterms:modified>
</cp:coreProperties>
</file>