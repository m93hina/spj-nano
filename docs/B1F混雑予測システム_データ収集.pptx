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データ収集の仕組み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天白キャンパスに設置したAiroco(CO2・温度・湿度センサー)から、一定間隔で計測値を取得する。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88036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11000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収集サーバーがAiroco APIを10分間隔でポーリングし、データベースに保存し続ける常駐プロセスとして動作する。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34340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欠測の自動補完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480060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起動時にデータベースの最新時刻から現在までの欠測を自動で補完し、収集が止まっていた期間があっても継続して埋められる。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2026-07-21T17:12:12Z</dcterms:created>
  <dcterms:modified xsi:type="dcterms:W3CDTF">2026-07-21T17:12:12Z</dcterms:modified>
</cp:coreProperties>
</file>